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94660"/>
  </p:normalViewPr>
  <p:slideViewPr>
    <p:cSldViewPr>
      <p:cViewPr>
        <p:scale>
          <a:sx n="100" d="100"/>
          <a:sy n="100" d="100"/>
        </p:scale>
        <p:origin x="-1046" y="5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254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6135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1651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4515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60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7423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4507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756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762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583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195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6EE125-649F-4B9D-93B3-09209228718A}" type="datetimeFigureOut">
              <a:rPr lang="zh-TW" altLang="en-US" smtClean="0"/>
              <a:t>2026/8/29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96D4AE-B0E5-48F2-A1F8-BB4B507C6F7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416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93" y="1466505"/>
            <a:ext cx="8863420" cy="37228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1156295" y="5661248"/>
            <a:ext cx="5688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帳號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: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工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號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密碼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:28977162(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公司統一編號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)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，有變更會通知各位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文字方塊 1"/>
          <p:cNvSpPr txBox="1"/>
          <p:nvPr/>
        </p:nvSpPr>
        <p:spPr>
          <a:xfrm>
            <a:off x="1907704" y="971436"/>
            <a:ext cx="5417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https://app-app-jcz5eo9uyy3hlkwris2s92.streamlit.app/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登入網址如下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: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4378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56" y="1483276"/>
            <a:ext cx="8719493" cy="368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67944" y="1988840"/>
            <a:ext cx="453256" cy="165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704586" y="2215525"/>
            <a:ext cx="453256" cy="165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 flipV="1">
            <a:off x="3157220" y="2061220"/>
            <a:ext cx="883548" cy="12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1835696" y="1922720"/>
            <a:ext cx="136815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TW" altLang="en-US" sz="1200" dirty="0" smtClean="0">
                <a:latin typeface="標楷體" pitchFamily="65" charset="-120"/>
                <a:ea typeface="標楷體" pitchFamily="65" charset="-120"/>
              </a:rPr>
              <a:t>顯示登入者名稱</a:t>
            </a:r>
            <a:endParaRPr lang="zh-TW" altLang="en-US" sz="1200" dirty="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4" name="直線單箭頭接點 13"/>
          <p:cNvCxnSpPr/>
          <p:nvPr/>
        </p:nvCxnSpPr>
        <p:spPr>
          <a:xfrm flipH="1">
            <a:off x="5148064" y="2296805"/>
            <a:ext cx="70226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/>
          <p:cNvSpPr txBox="1"/>
          <p:nvPr/>
        </p:nvSpPr>
        <p:spPr>
          <a:xfrm>
            <a:off x="5822796" y="2159565"/>
            <a:ext cx="1368152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sz="1200" dirty="0" smtClean="0">
                <a:latin typeface="標楷體" pitchFamily="65" charset="-120"/>
                <a:ea typeface="標楷體" pitchFamily="65" charset="-120"/>
              </a:rPr>
              <a:t>顯示登入者</a:t>
            </a:r>
            <a:r>
              <a:rPr lang="zh-TW" altLang="en-US" sz="1200" dirty="0">
                <a:latin typeface="標楷體" pitchFamily="65" charset="-120"/>
                <a:ea typeface="標楷體" pitchFamily="65" charset="-120"/>
              </a:rPr>
              <a:t>職稱</a:t>
            </a:r>
          </a:p>
        </p:txBody>
      </p:sp>
    </p:spTree>
    <p:extLst>
      <p:ext uri="{BB962C8B-B14F-4D97-AF65-F5344CB8AC3E}">
        <p14:creationId xmlns:p14="http://schemas.microsoft.com/office/powerpoint/2010/main" val="184389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8617211" cy="3565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私車公用登入網後網頁顯示如下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27784" y="2391946"/>
            <a:ext cx="187220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4593744" y="2391946"/>
            <a:ext cx="187220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6757106" y="2059332"/>
            <a:ext cx="189963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框選欄位會自動帶入登入者的相關訊息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6767866" y="3068960"/>
            <a:ext cx="1899630" cy="830997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itchFamily="65" charset="-120"/>
                <a:ea typeface="標楷體" pitchFamily="65" charset="-120"/>
              </a:rPr>
              <a:t>停車發票、單據與加油發票要分開上傳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87169" y="3789040"/>
            <a:ext cx="2259670" cy="584775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r"/>
            <a:r>
              <a:rPr lang="zh-TW" altLang="en-US" sz="1600" dirty="0" smtClean="0">
                <a:latin typeface="標楷體" pitchFamily="65" charset="-120"/>
                <a:ea typeface="標楷體" pitchFamily="65" charset="-120"/>
              </a:rPr>
              <a:t>按下</a:t>
            </a:r>
            <a:r>
              <a:rPr lang="en-US" altLang="zh-TW" sz="1600" dirty="0" smtClean="0">
                <a:latin typeface="標楷體" pitchFamily="65" charset="-120"/>
                <a:ea typeface="標楷體" pitchFamily="65" charset="-120"/>
              </a:rPr>
              <a:t>AI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</a:rPr>
              <a:t>辨識單據內容開始辨識</a:t>
            </a:r>
            <a:endParaRPr lang="zh-TW" altLang="en-US" sz="1600" dirty="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8" name="直線單箭頭接點 17"/>
          <p:cNvCxnSpPr>
            <a:stCxn id="13" idx="1"/>
          </p:cNvCxnSpPr>
          <p:nvPr/>
        </p:nvCxnSpPr>
        <p:spPr>
          <a:xfrm flipH="1">
            <a:off x="6465952" y="2520997"/>
            <a:ext cx="29115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單箭頭接點 18"/>
          <p:cNvCxnSpPr/>
          <p:nvPr/>
        </p:nvCxnSpPr>
        <p:spPr>
          <a:xfrm flipV="1">
            <a:off x="2341245" y="4110044"/>
            <a:ext cx="286936" cy="94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19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611" y="1556793"/>
            <a:ext cx="8897752" cy="3796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私車公用登入網後網頁顯示如下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87824" y="4293096"/>
            <a:ext cx="3148816" cy="2890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6511087" y="3406576"/>
            <a:ext cx="1899630" cy="2062103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</a:rPr>
              <a:t>框選欄位會需要自行輸入相關訊息</a:t>
            </a:r>
            <a:endParaRPr lang="en-US" altLang="zh-TW" sz="16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en-US" altLang="zh-TW" sz="1600" dirty="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</a:rPr>
              <a:t>當有多筆停車單據，相關訊息相同時，上方欄位打勾即可</a:t>
            </a:r>
            <a:endParaRPr lang="en-US" altLang="zh-TW" sz="1600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en-US" altLang="zh-TW" sz="1600" dirty="0" smtClean="0">
                <a:latin typeface="標楷體" pitchFamily="65" charset="-120"/>
                <a:ea typeface="標楷體" pitchFamily="65" charset="-120"/>
              </a:rPr>
              <a:t>3.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</a:rPr>
              <a:t>按下產出</a:t>
            </a:r>
            <a:r>
              <a:rPr lang="en-US" altLang="zh-TW" sz="1600" dirty="0" smtClean="0">
                <a:latin typeface="標楷體" pitchFamily="65" charset="-120"/>
                <a:ea typeface="標楷體" pitchFamily="65" charset="-120"/>
              </a:rPr>
              <a:t>Excel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</a:rPr>
              <a:t>表單及</a:t>
            </a:r>
            <a:r>
              <a:rPr lang="en-US" altLang="zh-TW" sz="1600" dirty="0" smtClean="0">
                <a:latin typeface="標楷體" pitchFamily="65" charset="-120"/>
                <a:ea typeface="標楷體" pitchFamily="65" charset="-120"/>
              </a:rPr>
              <a:t>Word</a:t>
            </a:r>
            <a:r>
              <a:rPr lang="zh-TW" altLang="en-US" sz="1600" dirty="0" smtClean="0">
                <a:latin typeface="標楷體" pitchFamily="65" charset="-120"/>
                <a:ea typeface="標楷體" pitchFamily="65" charset="-120"/>
              </a:rPr>
              <a:t>表單</a:t>
            </a:r>
            <a:endParaRPr lang="zh-TW" altLang="en-US" sz="1600" dirty="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18" name="直線單箭頭接點 17"/>
          <p:cNvCxnSpPr/>
          <p:nvPr/>
        </p:nvCxnSpPr>
        <p:spPr>
          <a:xfrm flipV="1">
            <a:off x="3157220" y="2061220"/>
            <a:ext cx="883548" cy="12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07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1" y="2042764"/>
            <a:ext cx="4693283" cy="4338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2763936" y="2211188"/>
            <a:ext cx="35283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034652"/>
            <a:ext cx="5672905" cy="7200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2949128" y="1250676"/>
            <a:ext cx="3528392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下箭號 6"/>
          <p:cNvSpPr/>
          <p:nvPr/>
        </p:nvSpPr>
        <p:spPr>
          <a:xfrm>
            <a:off x="4572001" y="1468764"/>
            <a:ext cx="360040" cy="74242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4953352" y="1716777"/>
            <a:ext cx="3723103" cy="646331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產出的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Excel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記得要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Key in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公司相關訊息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24813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476672"/>
            <a:ext cx="4550937" cy="594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字方塊 8"/>
          <p:cNvSpPr txBox="1"/>
          <p:nvPr/>
        </p:nvSpPr>
        <p:spPr>
          <a:xfrm>
            <a:off x="6804248" y="2852936"/>
            <a:ext cx="1899630" cy="203132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輸出的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Word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欄位資料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插入的圖片有</a:t>
            </a:r>
            <a:r>
              <a:rPr lang="zh-TW" altLang="en-US" dirty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異樣時，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請提供輸出的檔案，以及上傳的檔案給我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，並請先自行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修正</a:t>
            </a:r>
          </a:p>
        </p:txBody>
      </p:sp>
    </p:spTree>
    <p:extLst>
      <p:ext uri="{BB962C8B-B14F-4D97-AF65-F5344CB8AC3E}">
        <p14:creationId xmlns:p14="http://schemas.microsoft.com/office/powerpoint/2010/main" val="163909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69" y="1487708"/>
            <a:ext cx="8888875" cy="2617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出差報支登入網後網頁顯示如下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80" t="46427" r="30897" b="46017"/>
          <a:stretch/>
        </p:blipFill>
        <p:spPr bwMode="auto">
          <a:xfrm>
            <a:off x="467544" y="2697698"/>
            <a:ext cx="633153" cy="197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80" t="46427" r="30897" b="46017"/>
          <a:stretch/>
        </p:blipFill>
        <p:spPr bwMode="auto">
          <a:xfrm>
            <a:off x="4644008" y="2697698"/>
            <a:ext cx="633153" cy="197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980" t="46427" r="30897" b="46017"/>
          <a:stretch/>
        </p:blipFill>
        <p:spPr bwMode="auto">
          <a:xfrm>
            <a:off x="4654669" y="3014835"/>
            <a:ext cx="633153" cy="197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矩形 11"/>
          <p:cNvSpPr/>
          <p:nvPr/>
        </p:nvSpPr>
        <p:spPr>
          <a:xfrm>
            <a:off x="323528" y="2607970"/>
            <a:ext cx="8424936" cy="6050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323528" y="3500456"/>
            <a:ext cx="8424936" cy="609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2483768" y="3666750"/>
            <a:ext cx="189963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 smtClean="0">
                <a:latin typeface="標楷體" pitchFamily="65" charset="-120"/>
                <a:ea typeface="標楷體" pitchFamily="65" charset="-120"/>
              </a:rPr>
              <a:t>框選</a:t>
            </a:r>
            <a:r>
              <a:rPr lang="zh-TW" altLang="en-US" sz="1200" smtClean="0">
                <a:latin typeface="標楷體" pitchFamily="65" charset="-120"/>
                <a:ea typeface="標楷體" pitchFamily="65" charset="-120"/>
              </a:rPr>
              <a:t>欄位會需自行填寫</a:t>
            </a:r>
            <a:endParaRPr lang="zh-TW" altLang="en-US" sz="1200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53" y="4293096"/>
            <a:ext cx="1137246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395536" y="3861048"/>
            <a:ext cx="720080" cy="14401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向下箭號 4"/>
          <p:cNvSpPr/>
          <p:nvPr/>
        </p:nvSpPr>
        <p:spPr>
          <a:xfrm>
            <a:off x="694998" y="4054212"/>
            <a:ext cx="100552" cy="21602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向下箭號 23"/>
          <p:cNvSpPr/>
          <p:nvPr/>
        </p:nvSpPr>
        <p:spPr>
          <a:xfrm>
            <a:off x="4860032" y="4054212"/>
            <a:ext cx="100552" cy="216024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4537317" y="3871741"/>
            <a:ext cx="720080" cy="14401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19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405"/>
          <a:stretch/>
        </p:blipFill>
        <p:spPr bwMode="auto">
          <a:xfrm>
            <a:off x="4355274" y="4293096"/>
            <a:ext cx="1463338" cy="2386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文字方塊 12"/>
          <p:cNvSpPr txBox="1"/>
          <p:nvPr/>
        </p:nvSpPr>
        <p:spPr>
          <a:xfrm>
            <a:off x="2505359" y="2800033"/>
            <a:ext cx="3699830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 smtClean="0">
                <a:latin typeface="標楷體" pitchFamily="65" charset="-120"/>
                <a:ea typeface="標楷體" pitchFamily="65" charset="-120"/>
              </a:rPr>
              <a:t>框選欄位會自動帶入登入者的相關訊息</a:t>
            </a:r>
            <a:endParaRPr lang="zh-TW" altLang="en-US" sz="1200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5041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出差報支登入網後網頁顯示如下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34" y="1412537"/>
            <a:ext cx="8136904" cy="648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文字方塊 17"/>
          <p:cNvSpPr txBox="1"/>
          <p:nvPr/>
        </p:nvSpPr>
        <p:spPr>
          <a:xfrm>
            <a:off x="698476" y="2492896"/>
            <a:ext cx="5617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\\10.57.28.107\public</a:t>
            </a:r>
            <a:r>
              <a:rPr lang="zh-TW" altLang="en-US" dirty="0" smtClean="0"/>
              <a:t>共用區</a:t>
            </a:r>
            <a:r>
              <a:rPr lang="en-US" altLang="zh-TW" dirty="0" smtClean="0"/>
              <a:t>\0-</a:t>
            </a:r>
            <a:r>
              <a:rPr lang="zh-TW" altLang="en-US" dirty="0" smtClean="0"/>
              <a:t>表單格式</a:t>
            </a:r>
            <a:r>
              <a:rPr lang="en-US" altLang="zh-TW" dirty="0" smtClean="0"/>
              <a:t>\</a:t>
            </a:r>
            <a:r>
              <a:rPr lang="zh-TW" altLang="en-US" dirty="0" smtClean="0"/>
              <a:t>差旅報銷清單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698476" y="2123564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TW"/>
            </a:defPPr>
          </a:lstStyle>
          <a:p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報支範本下載網址如下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: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96952"/>
            <a:ext cx="5616865" cy="3297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矩形 27"/>
          <p:cNvSpPr/>
          <p:nvPr/>
        </p:nvSpPr>
        <p:spPr>
          <a:xfrm>
            <a:off x="827584" y="3717032"/>
            <a:ext cx="2736304" cy="2736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3995936" y="4725144"/>
            <a:ext cx="2570697" cy="27699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1200" dirty="0">
                <a:latin typeface="標楷體" pitchFamily="65" charset="-120"/>
                <a:ea typeface="標楷體" pitchFamily="65" charset="-120"/>
              </a:rPr>
              <a:t>請選取所需檔案並複製到桌面上</a:t>
            </a:r>
          </a:p>
        </p:txBody>
      </p:sp>
    </p:spTree>
    <p:extLst>
      <p:ext uri="{BB962C8B-B14F-4D97-AF65-F5344CB8AC3E}">
        <p14:creationId xmlns:p14="http://schemas.microsoft.com/office/powerpoint/2010/main" val="1648387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20" b="3313"/>
          <a:stretch/>
        </p:blipFill>
        <p:spPr bwMode="auto">
          <a:xfrm>
            <a:off x="135175" y="1124744"/>
            <a:ext cx="5629925" cy="5229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出差報支登入網後網頁顯示如下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4788024" y="3442479"/>
            <a:ext cx="387844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mtClean="0">
                <a:latin typeface="標楷體" pitchFamily="65" charset="-120"/>
                <a:ea typeface="標楷體" pitchFamily="65" charset="-120"/>
              </a:rPr>
              <a:t>依照不同類型的單據，分開上傳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3528" y="1556792"/>
            <a:ext cx="2736304" cy="46805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84724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052736"/>
            <a:ext cx="8209488" cy="3684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出差報支登入網後網頁顯示如下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411760" y="1259468"/>
            <a:ext cx="3240360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上傳機票票根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23528" y="1268760"/>
            <a:ext cx="5976664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323528" y="2276872"/>
            <a:ext cx="8209488" cy="25922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522920" y="3044859"/>
            <a:ext cx="5040560" cy="120032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1.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辨識出來的相關訊息，需要使用者再次確認其正確性</a:t>
            </a:r>
            <a:endParaRPr lang="en-US" altLang="zh-TW" dirty="0" smtClean="0">
              <a:latin typeface="標楷體" pitchFamily="65" charset="-120"/>
              <a:ea typeface="標楷體" pitchFamily="65" charset="-120"/>
            </a:endParaRPr>
          </a:p>
          <a:p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2.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確認有誤，可自行修改，修改完或確認無誤需打勾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5536" y="3454841"/>
            <a:ext cx="648072" cy="1440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" name="直線單箭頭接點 3"/>
          <p:cNvCxnSpPr/>
          <p:nvPr/>
        </p:nvCxnSpPr>
        <p:spPr>
          <a:xfrm flipH="1" flipV="1">
            <a:off x="1043608" y="3526849"/>
            <a:ext cx="1440160" cy="118175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86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6752"/>
            <a:ext cx="9043337" cy="2941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出差報支登入網後網頁顯示如下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383872" y="1900295"/>
            <a:ext cx="32403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系統會依據一開始填選的出差天數計算費用，請使用者確認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7504" y="1431728"/>
            <a:ext cx="8856984" cy="1277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107504" y="2708920"/>
            <a:ext cx="8856984" cy="13367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2658426" y="3384060"/>
            <a:ext cx="3916319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標楷體" pitchFamily="65" charset="-120"/>
                <a:ea typeface="標楷體" pitchFamily="65" charset="-120"/>
              </a:rPr>
              <a:t>出差天數遇到星期日時，有額外的餐費補助，會提醒使用者確認</a:t>
            </a:r>
          </a:p>
        </p:txBody>
      </p:sp>
      <p:cxnSp>
        <p:nvCxnSpPr>
          <p:cNvPr id="4" name="直線單箭頭接點 3"/>
          <p:cNvCxnSpPr>
            <a:endCxn id="11" idx="3"/>
          </p:cNvCxnSpPr>
          <p:nvPr/>
        </p:nvCxnSpPr>
        <p:spPr>
          <a:xfrm flipH="1">
            <a:off x="899592" y="2131128"/>
            <a:ext cx="1484280" cy="35759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07504" y="2416711"/>
            <a:ext cx="792088" cy="1440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107504" y="3861048"/>
            <a:ext cx="792088" cy="1440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/>
          <p:cNvCxnSpPr>
            <a:stCxn id="8" idx="1"/>
          </p:cNvCxnSpPr>
          <p:nvPr/>
        </p:nvCxnSpPr>
        <p:spPr>
          <a:xfrm flipH="1">
            <a:off x="899592" y="3676448"/>
            <a:ext cx="1758834" cy="256608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28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212591"/>
            <a:ext cx="8856984" cy="1813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0" y="1465610"/>
            <a:ext cx="8908222" cy="1490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出差報支登入網後網頁顯示如下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7504" y="1431728"/>
            <a:ext cx="8856984" cy="1277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251520" y="2059120"/>
            <a:ext cx="1872208" cy="1440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4495527" y="2059120"/>
            <a:ext cx="1872208" cy="14401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123728" y="2852936"/>
            <a:ext cx="5544616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無法產生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Excel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以及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Word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檔案時，系統會提醒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cxnSp>
        <p:nvCxnSpPr>
          <p:cNvPr id="3" name="直線單箭頭接點 2"/>
          <p:cNvCxnSpPr>
            <a:endCxn id="11" idx="3"/>
          </p:cNvCxnSpPr>
          <p:nvPr/>
        </p:nvCxnSpPr>
        <p:spPr>
          <a:xfrm flipH="1" flipV="1">
            <a:off x="2123728" y="2131128"/>
            <a:ext cx="2232248" cy="82543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/>
          <p:nvPr/>
        </p:nvCxnSpPr>
        <p:spPr>
          <a:xfrm flipV="1">
            <a:off x="4355976" y="2142568"/>
            <a:ext cx="132334" cy="813991"/>
          </a:xfrm>
          <a:prstGeom prst="straightConnector1">
            <a:avLst/>
          </a:prstGeom>
          <a:ln w="2222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/>
          <p:cNvSpPr txBox="1"/>
          <p:nvPr/>
        </p:nvSpPr>
        <p:spPr>
          <a:xfrm>
            <a:off x="2191270" y="4426079"/>
            <a:ext cx="5549082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所有欄位填寫完才能產生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Excel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以及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Word</a:t>
            </a:r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檔案並下載</a:t>
            </a:r>
          </a:p>
        </p:txBody>
      </p:sp>
    </p:spTree>
    <p:extLst>
      <p:ext uri="{BB962C8B-B14F-4D97-AF65-F5344CB8AC3E}">
        <p14:creationId xmlns:p14="http://schemas.microsoft.com/office/powerpoint/2010/main" val="264631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輸出的</a:t>
            </a:r>
            <a:r>
              <a:rPr lang="en-US" altLang="zh-TW" dirty="0">
                <a:latin typeface="標楷體" pitchFamily="65" charset="-120"/>
                <a:ea typeface="標楷體" pitchFamily="65" charset="-120"/>
              </a:rPr>
              <a:t>Excel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如下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: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49693"/>
            <a:ext cx="3909683" cy="2268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8554" y="1149693"/>
            <a:ext cx="4815446" cy="1926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21" y="3432087"/>
            <a:ext cx="3930465" cy="316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文字方塊 7"/>
          <p:cNvSpPr txBox="1"/>
          <p:nvPr/>
        </p:nvSpPr>
        <p:spPr>
          <a:xfrm>
            <a:off x="4681816" y="4177573"/>
            <a:ext cx="4108921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請再自行檢查所填寫的內容是否有誤，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有誤請自行修改並截圖和我說，有誤的地方</a:t>
            </a:r>
            <a:endParaRPr lang="zh-TW" altLang="en-US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8049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/>
          <p:cNvSpPr txBox="1"/>
          <p:nvPr/>
        </p:nvSpPr>
        <p:spPr>
          <a:xfrm>
            <a:off x="1772270" y="6021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>
                <a:latin typeface="標楷體" pitchFamily="65" charset="-120"/>
                <a:ea typeface="標楷體" pitchFamily="65" charset="-120"/>
              </a:rPr>
              <a:t>輸出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的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Word</a:t>
            </a:r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如下</a:t>
            </a: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:</a:t>
            </a:r>
            <a:endParaRPr lang="zh-TW" altLang="en-US" dirty="0">
              <a:latin typeface="標楷體" pitchFamily="65" charset="-120"/>
              <a:ea typeface="標楷體" pitchFamily="65" charset="-12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8424936" cy="3408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/>
          <p:cNvSpPr/>
          <p:nvPr/>
        </p:nvSpPr>
        <p:spPr>
          <a:xfrm>
            <a:off x="1178560" y="1799105"/>
            <a:ext cx="22508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782320" y="1791485"/>
            <a:ext cx="22508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123728" y="1791484"/>
            <a:ext cx="22508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6588224" y="1944666"/>
            <a:ext cx="225088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7535644" y="2303780"/>
            <a:ext cx="470436" cy="599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239315" y="5229200"/>
            <a:ext cx="4108921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latin typeface="標楷體" pitchFamily="65" charset="-120"/>
                <a:ea typeface="標楷體" pitchFamily="65" charset="-120"/>
              </a:rPr>
              <a:t>請再自行檢查排版的內容是否有誤，</a:t>
            </a:r>
            <a:r>
              <a:rPr lang="zh-TW" altLang="en-US" dirty="0" smtClean="0">
                <a:solidFill>
                  <a:srgbClr val="FF0000"/>
                </a:solidFill>
                <a:latin typeface="標楷體" pitchFamily="65" charset="-120"/>
                <a:ea typeface="標楷體" pitchFamily="65" charset="-120"/>
              </a:rPr>
              <a:t>有誤請自行修改並截圖和我說，有誤的地方</a:t>
            </a:r>
            <a:endParaRPr lang="zh-TW" altLang="en-US" dirty="0">
              <a:solidFill>
                <a:srgbClr val="FF0000"/>
              </a:solidFill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7701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782182" y="986824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標楷體" pitchFamily="65" charset="-120"/>
                <a:ea typeface="標楷體" pitchFamily="65" charset="-120"/>
              </a:rPr>
              <a:t>提醒事項</a:t>
            </a:r>
          </a:p>
        </p:txBody>
      </p:sp>
      <p:sp>
        <p:nvSpPr>
          <p:cNvPr id="5" name="文字方塊 4"/>
          <p:cNvSpPr txBox="1"/>
          <p:nvPr/>
        </p:nvSpPr>
        <p:spPr>
          <a:xfrm>
            <a:off x="1475656" y="1868468"/>
            <a:ext cx="65357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使用免費的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Gemini API Key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，每天有使用限制，超過額度，需要隔天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4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點後才能使用。</a:t>
            </a:r>
            <a:endParaRPr lang="en-US" altLang="zh-TW" sz="2400" dirty="0" smtClean="0">
              <a:latin typeface="標楷體" pitchFamily="65" charset="-120"/>
              <a:ea typeface="標楷體" pitchFamily="65" charset="-120"/>
            </a:endParaRPr>
          </a:p>
          <a:p>
            <a:pPr marL="457200" indent="-457200">
              <a:buFont typeface="+mj-lt"/>
              <a:buAutoNum type="arabicPeriod"/>
            </a:pP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免費的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Gemini API Key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，等於同意協助訓練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AI </a:t>
            </a:r>
            <a:r>
              <a:rPr lang="zh-TW" altLang="en-US" sz="2400" dirty="0" smtClean="0">
                <a:latin typeface="標楷體" pitchFamily="65" charset="-120"/>
                <a:ea typeface="標楷體" pitchFamily="65" charset="-120"/>
              </a:rPr>
              <a:t>模型，因此，上傳辨識的單據，不建議有個人的相關證件號碼以及信用卡號在裡面。</a:t>
            </a:r>
            <a:endParaRPr lang="zh-TW" altLang="en-US" sz="2400" dirty="0"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7119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</TotalTime>
  <Words>495</Words>
  <Application>Microsoft Office PowerPoint</Application>
  <PresentationFormat>如螢幕大小 (4:3)</PresentationFormat>
  <Paragraphs>43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</dc:creator>
  <cp:lastModifiedBy>A</cp:lastModifiedBy>
  <cp:revision>22</cp:revision>
  <cp:lastPrinted>2026-08-28T13:10:30Z</cp:lastPrinted>
  <dcterms:created xsi:type="dcterms:W3CDTF">2026-08-28T05:23:47Z</dcterms:created>
  <dcterms:modified xsi:type="dcterms:W3CDTF">2026-08-29T11:06:20Z</dcterms:modified>
</cp:coreProperties>
</file>